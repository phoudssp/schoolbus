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94560"/>
            <a:ext cx="23774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etalou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31720"/>
            <a:ext cx="2103120" cy="721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>
                <a:solidFill>
                  <a:srgbClr val="FFFFFF"/>
                </a:solidFill>
                <a:latin typeface="Calibri"/>
              </a:rPr>
              <a:t>Phetaloun SchoolBus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E0ECFA"/>
                </a:solidFill>
                <a:latin typeface="Lao MN"/>
              </a:rPr>
              <a:t>ລະບົບປະຕິບັດການລົດເມໂຮງຮຽນສຳລັບແຂວງບໍ່ແກ້ວ. ຮັບສົ່ງເຖິງປະຕູບ້ານ, ສະແກນ NFC + QR,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E0ECFA"/>
                </a:solidFill>
                <a:latin typeface="Lao MN"/>
              </a:rPr>
              <a:t>ຕິດຕາມສົດ, ການຈັດການຄະແນນ ແລະ ການຂາດຮຽນ — ຄົບໃນລະບົບດຽວ.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226771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0E4D92"/>
                </a:solidFill>
                <a:latin typeface="Lao MN"/>
              </a:rPr>
              <a:t>ຕົວແບບ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5669280"/>
            <a:ext cx="2852928" cy="292608"/>
          </a:xfrm>
          <a:prstGeom prst="roundRect">
            <a:avLst>
              <a:gd name="adj" fmla="val 50000"/>
            </a:avLst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Lao MN"/>
              </a:rPr>
              <a:t>ຫ້ວຍຊາຍ · ບໍ່ແກ້ວ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0E4D92"/>
                </a:solidFill>
                <a:latin typeface="Lao MN"/>
              </a:rPr>
              <a:t>01 · ພາບລວມ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E4D92"/>
                </a:solidFill>
                <a:latin typeface="Lao MN"/>
              </a:rPr>
              <a:t>Phetaloun SchoolBus ແມ່ນຫຍັງ?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34155"/>
                </a:solidFill>
                <a:latin typeface="Lao MN"/>
              </a:rPr>
              <a:t>ລະບົບຄົບຖ້ວນສຳລັບບໍລິສັດທີ່ໃຫ້ບໍລິການລົດເມໂຮງຮຽນຫຼາຍແຫ່ງ. ລົງທະບຽນນັກຮຽນ, ປັກຕຳແໜ່ງເຮືອນ, ວາງແຜນເສັ້ນທາງຮັບສົ່ງເຖິງປະຕູ, ສະແກນບັດທີ່ປະຕູລົດ, ຕິດຕາມສົດ ແລະ ແຈ້ງເຕືອນຜູ້ປົກຄອງທັນທີ.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361188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3611880" cy="109728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E4D92"/>
                </a:solidFill>
                <a:latin typeface="Lao MN"/>
              </a:rPr>
              <a:t>ບໍລິສັດດຽວ ຫຼາຍໂຮງຮຽນ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ໜ້າຄວບຄຸມດຽວສຳລັບກອງລົດທັງໝົດ. ຈັດການໂຮງຮຽນ, ລົດ, ຄົນຂັບ, ເສັ້ນທາງ, ບັນຊີຜູ້ໃຊ້ລະບົບ.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3657600"/>
            <a:ext cx="361188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3657600"/>
            <a:ext cx="361188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402336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E4D92"/>
                </a:solidFill>
                <a:latin typeface="Lao MN"/>
              </a:rPr>
              <a:t>ຮັບສົ່ງເຖິງປະຕູບ້ານ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461772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ປັກໝຸດເຮືອນຂອງແຕ່ລະນັກຮຽນ. ປັບປຸງເສັ້ນທາງໃຫ້ສັ້ນສຸດ. ຮັບເຖິງໜ້າປະຕູບ່ໍຕ້ອງຍ່າງໄປປ້າຍຈອດ.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3657600"/>
            <a:ext cx="361188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3657600"/>
            <a:ext cx="36118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402336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E4D92"/>
                </a:solidFill>
                <a:latin typeface="Lao MN"/>
              </a:rPr>
              <a:t>ສະແກນດ້ວຍ NFC + 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461772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ບັດນັກຮຽນມີທັງ NFC ແລະ QR. ຄົນຂັບໃຊ້ PDA ມືຖືແຕະ ຫຼື ສະແກນ. ປະຫຍັດເວລາ ຫຼຸດຄວາມຜິດພາດ.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0E4D92"/>
                </a:solidFill>
                <a:latin typeface="Lao MN"/>
              </a:rPr>
              <a:t>02 · ບັນຫາ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E4D92"/>
                </a:solidFill>
                <a:latin typeface="Lao MN"/>
              </a:rPr>
              <a:t>ບັນຫາທີ່ພົບໃນປະຈຸບັນ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34155"/>
                </a:solidFill>
                <a:latin typeface="Lao MN"/>
              </a:rPr>
              <a:t>ປະຈຸບັນ ຜູ້ປົກຄອງ ໂຮງຮຽນ ແລະ ບໍລິສັດລົດເມ ບໍ່ມີຂໍ້ມູນທີ່ຊັດເຈນ ເຮັດໃຫ້ບໍ່ສາມາດຕິດຕາມການເຄື່ອນໄຫວ ແລະ ຄວາມຜິດພາດເກີດຂຶ້ນເລື້ອຍໆ.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91840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361188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E4D92"/>
                </a:solidFill>
                <a:latin typeface="Lao MN"/>
              </a:rPr>
              <a:t>ຜູ້ປົກຄອງເບິ່ງບໍ່ເຫັນ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4155"/>
                </a:solidFill>
                <a:latin typeface="Lao MN"/>
              </a:rPr>
              <a:t>ໂທໂຮງຮຽນບໍ່ຮູ້ຈົບ ແຕ່ບໍ່ມີຄຳຕອບ.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291840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49040" y="36118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42976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E4D92"/>
                </a:solidFill>
                <a:latin typeface="Lao MN"/>
              </a:rPr>
              <a:t>ຂຶ້ນຜິດລົດ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9834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4155"/>
                </a:solidFill>
                <a:latin typeface="Lao MN"/>
              </a:rPr>
              <a:t>ໂດຍສະເພາະນັກຮຽນນ້ອຍ. ຜິດເທື່ອດຽວ ກໍ່ເປັນຂ່າວ.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91840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0" y="36118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2976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E4D92"/>
                </a:solidFill>
                <a:latin typeface="Lao MN"/>
              </a:rPr>
              <a:t>ກວດເຂົ້າຮຽນດ້ວຍເຈ້ຍ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9834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4155"/>
                </a:solidFill>
                <a:latin typeface="Lao MN"/>
              </a:rPr>
              <a:t>ບັນທຶກດ້ວຍມື. ປຽບທຽບທາງໂທລະສັບ. ເສຍເວລາ.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291840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18320" y="361188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42976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E4D92"/>
                </a:solidFill>
                <a:latin typeface="Lao MN"/>
              </a:rPr>
              <a:t>ເດັກຄ້າງໃນລົດ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9834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4155"/>
                </a:solidFill>
                <a:latin typeface="Lao MN"/>
              </a:rPr>
              <a:t>ເຫດການຈິງທີ່ເກີດຊ້ຳໆ. ເສຍຊື່ສຽງຍາວນານ.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0E4D92"/>
                </a:solidFill>
                <a:latin typeface="Lao MN"/>
              </a:rPr>
              <a:t>03 · ວິທີໃຊ້ງານ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E4D92"/>
                </a:solidFill>
                <a:latin typeface="Lao MN"/>
              </a:rPr>
              <a:t>ສະແກນ 4 ຄັ້ງຕໍ່ມື້ — ໝົດເລື່ອງເທົ່ານັ້ນ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34155"/>
                </a:solidFill>
                <a:latin typeface="Lao MN"/>
              </a:rPr>
              <a:t>ທຸກມື້ໂຮງຮຽນ ທຸກນັກຮຽນ. ການສະແກນແຕ່ລະຄັ້ງສ້າງເຫດການທີ່ກວດສອບໄດ້ ແລະ ສົ່ງການແຈ້ງເຕືອນຫາຜູ້ປົກຄອງທັນທີ.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291840"/>
            <a:ext cx="23317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3127248" y="4251960"/>
            <a:ext cx="192024" cy="274320"/>
          </a:xfrm>
          <a:prstGeom prst="rightArrow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64748B"/>
                </a:solidFill>
                <a:latin typeface="Lao MN"/>
              </a:rPr>
              <a:t>ເຫດການ 1</a:t>
            </a:r>
          </a:p>
        </p:txBody>
      </p:sp>
      <p:sp>
        <p:nvSpPr>
          <p:cNvPr id="9" name="Oval 8"/>
          <p:cNvSpPr/>
          <p:nvPr/>
        </p:nvSpPr>
        <p:spPr>
          <a:xfrm>
            <a:off x="1623060" y="3931920"/>
            <a:ext cx="640080" cy="64008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E4D92"/>
                </a:solidFill>
                <a:latin typeface="Lao MN"/>
              </a:rPr>
              <a:t>ຂຶ້ນລົດທີ່ບ້ານ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6635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Lao MN"/>
              </a:rPr>
              <a:t>ເຊົ້າ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291840"/>
            <a:ext cx="23317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687568" y="4251960"/>
            <a:ext cx="192024" cy="274320"/>
          </a:xfrm>
          <a:prstGeom prst="rightArrow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35204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64748B"/>
                </a:solidFill>
                <a:latin typeface="Lao MN"/>
              </a:rPr>
              <a:t>ເຫດການ 2</a:t>
            </a:r>
          </a:p>
        </p:txBody>
      </p:sp>
      <p:sp>
        <p:nvSpPr>
          <p:cNvPr id="15" name="Oval 14"/>
          <p:cNvSpPr/>
          <p:nvPr/>
        </p:nvSpPr>
        <p:spPr>
          <a:xfrm>
            <a:off x="4183380" y="3931920"/>
            <a:ext cx="640080" cy="64008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47091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E4D92"/>
                </a:solidFill>
                <a:latin typeface="Lao MN"/>
              </a:rPr>
              <a:t>ມາຮອດໂຮງຮຽນ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516635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Lao MN"/>
              </a:rPr>
              <a:t>ເຊົ້າ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3291840"/>
            <a:ext cx="23317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247888" y="4251960"/>
            <a:ext cx="192024" cy="274320"/>
          </a:xfrm>
          <a:prstGeom prst="rightArrow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35204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64748B"/>
                </a:solidFill>
                <a:latin typeface="Lao MN"/>
              </a:rPr>
              <a:t>ເຫດການ 3</a:t>
            </a:r>
          </a:p>
        </p:txBody>
      </p:sp>
      <p:sp>
        <p:nvSpPr>
          <p:cNvPr id="21" name="Oval 20"/>
          <p:cNvSpPr/>
          <p:nvPr/>
        </p:nvSpPr>
        <p:spPr>
          <a:xfrm>
            <a:off x="6743700" y="3931920"/>
            <a:ext cx="640080" cy="64008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47091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E4D92"/>
                </a:solidFill>
                <a:latin typeface="Lao MN"/>
              </a:rPr>
              <a:t>ຂຶ້ນລົດກັບບ້ານ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516635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Lao MN"/>
              </a:rPr>
              <a:t>ແລງ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3291840"/>
            <a:ext cx="23317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35204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64748B"/>
                </a:solidFill>
                <a:latin typeface="Lao MN"/>
              </a:rPr>
              <a:t>ເຫດການ 4</a:t>
            </a:r>
          </a:p>
        </p:txBody>
      </p:sp>
      <p:sp>
        <p:nvSpPr>
          <p:cNvPr id="26" name="Oval 25"/>
          <p:cNvSpPr/>
          <p:nvPr/>
        </p:nvSpPr>
        <p:spPr>
          <a:xfrm>
            <a:off x="9304020" y="3931920"/>
            <a:ext cx="640080" cy="64008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47091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E4D92"/>
                </a:solidFill>
                <a:latin typeface="Lao MN"/>
              </a:rPr>
              <a:t>ສົ່ງເຖິງບ້ານ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516635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Lao MN"/>
              </a:rPr>
              <a:t>ແລງ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52160"/>
            <a:ext cx="10908792" cy="594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852160"/>
            <a:ext cx="73152" cy="59436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9710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ແຕ່ລະເຫດການບັນທຶກ: ນັກຮຽນ · ລົດ · ປ້າຍຈອດ · ເວລາ · GPS · ຄົນຂັບ.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2852928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0E4D92"/>
                </a:solidFill>
                <a:latin typeface="Lao MN"/>
              </a:rPr>
              <a:t>04 · ບໍລິສັດລົດເມ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0E4D92"/>
                </a:solidFill>
                <a:latin typeface="Lao MN"/>
              </a:rPr>
              <a:t>ໜ້າຄວບຄຸມຜູ້ດູແລລະບົບສູງສຸດ</a:t>
            </a:r>
          </a:p>
        </p:txBody>
      </p:sp>
      <p:pic>
        <p:nvPicPr>
          <p:cNvPr id="5" name="Picture 4" descr="op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6400800" cy="4096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210312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4155"/>
                </a:solidFill>
                <a:latin typeface="Lao MN"/>
              </a:rPr>
              <a:t>ໜ້າຈໍດຽວ ບໍລິຫານທຸກຢ່າງ ທົ່ວທຸກໂຮງຮຽນທີ່ບໍລິການ.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20040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32004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ແຜນທີ່ສົດໆຂອງລົດທຸກຄັນ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74904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374904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ສະຖິຕິລາຍວັນ ນັກຮຽນ ລາຍຮັບ ອັດຕາມາຕາມເວລາ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29768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42976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ການແຈ້ງເຕືອນສົດໆ ຕາຕະລາງມື້ນີ້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84632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48463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13 ໂມດູນ: ໂຮງຮຽນ, ນັກຮຽນ, ຜູ້ປົກຄອງ, ຄົນຂັບ, ລົດ, ເສັ້ນທາງ, ແພັກເກັດ, ການເງິນ, ລາຍງານ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2414016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0E4D92"/>
                </a:solidFill>
                <a:latin typeface="Lao MN"/>
              </a:rPr>
              <a:t>05 · ຕິດຕາມສົດ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0E4D92"/>
                </a:solidFill>
                <a:latin typeface="Lao MN"/>
              </a:rPr>
              <a:t>ຕິດຕາມສົດ + ຮັບສົ່ງເຖິງປະຕູ</a:t>
            </a:r>
          </a:p>
        </p:txBody>
      </p:sp>
      <p:pic>
        <p:nvPicPr>
          <p:cNvPr id="5" name="Picture 4" descr="op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6400800" cy="4096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210312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4155"/>
                </a:solidFill>
                <a:latin typeface="Lao MN"/>
              </a:rPr>
              <a:t>ລົດເຄື່ອນໄຫວຕາມເສັ້ນທາງຈິງ ຢຸດທີ່ປ້າຍຈອດ ແລະ ສົ່ງເຫດການເຂົ້າມາສົດໆ.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20040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32004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ລົດເຄື່ອນໄຫວສະໝຳ່ສະເໝີ ປັບຄວາມໄວຈຳລອງໄດ້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74904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374904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ໝຸດເຮືອນຂອງນັກຮຽນທຸກຄົນເພື່ອເຫັນຖານລູກຄ້າ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29768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42976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ລົ໋ອກໃນພື້ນທີ່ບໍ່ແກ້ວເທົ່ານັ້ນ — ບໍ່ຂ້າມໄທ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84632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48463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ຄລິກລົດໃດກໍ່ໄດ້ ເບິ່ງລາຍລະອຽດ ຮອບປະຈຸບັນ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2267712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0E4D92"/>
                </a:solidFill>
                <a:latin typeface="Lao MN"/>
              </a:rPr>
              <a:t>06 · ເສັ້ນທາງ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0E4D92"/>
                </a:solidFill>
                <a:latin typeface="Lao MN"/>
              </a:rPr>
              <a:t>ວາງແຜນເສັ້ນທາງ ຮັບເຖິງໜ້າປະຕູ</a:t>
            </a:r>
          </a:p>
        </p:txBody>
      </p:sp>
      <p:pic>
        <p:nvPicPr>
          <p:cNvPr id="5" name="Picture 4" descr="op-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6400800" cy="4096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210312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4155"/>
                </a:solidFill>
                <a:latin typeface="Lao MN"/>
              </a:rPr>
              <a:t>ປັກໝຸດເຮືອນຂອງແຕ່ລະນັກຮຽນ. ສະແດງປ້າຍຈອດ + ບ້ານ + ໂຮງຮຽນ ໃນແຜນທີ່ດຽວ.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20040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32004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ປຸ່ມ "ປັບປຸງ" ຫາເສັ້ນທາງສັ້ນສຸດ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74904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374904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ສະແດງໄລຍະທາງ km ແລະ ເວລາໂດຍປະມານ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29768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42976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ຍ້າຍປ້າຍຈອດຂຶ້ນລົງ ເພີ່ມ/ລຶບໄດ້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84632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48463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ຮັບແຍກແຕ່ລະຫຼັງ ຫຼື ປ້າຍຈອດດຽວກັນ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0E4D92"/>
                </a:solidFill>
                <a:latin typeface="Lao MN"/>
              </a:rPr>
              <a:t>07 · ຄົນຂັບ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0E4D92"/>
                </a:solidFill>
                <a:latin typeface="Lao MN"/>
              </a:rPr>
              <a:t>ອຸປະກອນ PDA ມືຖືສຳລັບຄົນຂັບ</a:t>
            </a:r>
          </a:p>
        </p:txBody>
      </p:sp>
      <p:pic>
        <p:nvPicPr>
          <p:cNvPr id="5" name="Picture 4" descr="driver-p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103120"/>
            <a:ext cx="6400800" cy="10241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10312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4155"/>
                </a:solidFill>
                <a:latin typeface="Lao MN"/>
              </a:rPr>
              <a:t>PDA ມືຖືແຂງແຮງ ມີຊ່ອງສະແກນ QR/ບາໂຄດ + NFC ໃນຕົວ.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2004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ຊ່ອງສະແກນ QR/ບາໂຄດ ດ້ານເທິງ ມີລາເຊີ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4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74904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ປຸ່ມສະແກນສີເຫຼືອງໃຫຍ່ ດ້ານລ່າງ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2976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ປຸ່ມ NFC ສີຟ້າ ສຳລັບແຕະບັດ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8463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ບັງຄັບກວດກາພາຍໃນລົດ ຫຼັງສຳເລັດເສັ້ນທາງ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94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ລົງທະບຽນແບບກຳມື ສຳລັບລືມບັດ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2414016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0E4D92"/>
                </a:solidFill>
                <a:latin typeface="Lao MN"/>
              </a:rPr>
              <a:t>08 · ຜູ້ປົກຄອງ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0E4D92"/>
                </a:solidFill>
                <a:latin typeface="Lao MN"/>
              </a:rPr>
              <a:t>ແອັບໂທລະສັບສຳລັບຜູ້ປົກຄອງ</a:t>
            </a:r>
          </a:p>
        </p:txBody>
      </p:sp>
      <p:pic>
        <p:nvPicPr>
          <p:cNvPr id="5" name="Picture 4" descr="parent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103120"/>
            <a:ext cx="6400800" cy="9001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10312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4155"/>
                </a:solidFill>
                <a:latin typeface="Lao MN"/>
              </a:rPr>
              <a:t>ຮັບແຈ້ງເຕືອນທຸກຄັ້ງທີ່ລູກຂຶ້ນ-ລົງລົດ. ເບິ່ງຕຳແໜ່ງສົດໆ ແລະ ເຮັດທຸກຢ່າງຈາກໂທລະສັບ.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2004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ຕຳແໜ່ງລົດສົດໆເທິງແຜນທີ່ ພ້ອມເວລາມາຮອດ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4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74904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ແຈ້ງເຕືອນທຸກໆເຫດການທັງ 4 ຄັ້ງ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2976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ບັນຊີດຽວ ສຳລັບຫຼາຍລູກ ຄົນລະໂຮງຮຽນກໍ່ໄດ້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8463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ເບິ່ງຄະແນນ ແລະ ຂໍຂາດຮຽນຈາກໂທລະສັບ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94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ສອງພາສາ ລາວ + ອັງກິດ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2706624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59E0B"/>
                </a:solidFill>
                <a:latin typeface="Lao MN"/>
              </a:rPr>
              <a:t>ໃໝ່ · 09 · ຄະແນນ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E4D92"/>
                </a:solidFill>
                <a:latin typeface="Lao MN"/>
              </a:rPr>
              <a:t>ການຈັດການຄະແນນ — ໂຮງຮຽນ ↔ ຜູ້ປົກຄອງ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E4D92"/>
                </a:solidFill>
                <a:latin typeface="Lao MN"/>
              </a:rPr>
              <a:t>ໂຮງຮຽນ: ໃສ່ຄະແນນ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6596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E4D92"/>
                </a:solidFill>
                <a:latin typeface="Lao MN"/>
              </a:rPr>
              <a:t>ຜູ້ປົກຄອງ: ເຫັນຄະແນນທັນທີ</a:t>
            </a:r>
          </a:p>
        </p:txBody>
      </p:sp>
      <p:pic>
        <p:nvPicPr>
          <p:cNvPr id="7" name="Picture 6" descr="school-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86000"/>
            <a:ext cx="5029200" cy="3218688"/>
          </a:xfrm>
          <a:prstGeom prst="rect">
            <a:avLst/>
          </a:prstGeom>
        </p:spPr>
      </p:pic>
      <p:pic>
        <p:nvPicPr>
          <p:cNvPr id="8" name="Picture 7" descr="parent-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86000"/>
            <a:ext cx="5029200" cy="70723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897880"/>
            <a:ext cx="10908792" cy="594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897880"/>
            <a:ext cx="73152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0076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Lao MN"/>
              </a:rPr>
              <a:t>ການເຮັດວຽກ: ຄູໃສ່ຄະແນນຢູ່ໂຮງຮຽນ → ຜູ້ປົກຄອງເຫັນຄະແນນ ແລະ ຄະແນນສະເລ່ຍຂອງລູກໃນແອັບໂທລະສັບທັນທີ. ມີກຣາບຄະແນນສະເລ່ຍຕາມວິຊາ.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59E0B"/>
                </a:solidFill>
                <a:latin typeface="Lao MN"/>
              </a:rPr>
              <a:t>ໃໝ່ · 10 · ການຂາດຮຽນ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E4D92"/>
                </a:solidFill>
                <a:latin typeface="Lao MN"/>
              </a:rPr>
              <a:t>ຂັ້ນຕອນຂໍຂາດຮຽນ — ຜູ້ປົກຄອງ → ໂຮງຮຽນ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E4D92"/>
                </a:solidFill>
                <a:latin typeface="Lao MN"/>
              </a:rPr>
              <a:t>ຜູ້ປົກຄອງ: ຂໍຜ່ານແອັບ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6596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E4D92"/>
                </a:solidFill>
                <a:latin typeface="Lao MN"/>
              </a:rPr>
              <a:t>ໂຮງຮຽນ: ອະນຸມັດ ຫຼື ປະຕິເສດ</a:t>
            </a:r>
          </a:p>
        </p:txBody>
      </p:sp>
      <p:pic>
        <p:nvPicPr>
          <p:cNvPr id="7" name="Picture 6" descr="parent-abs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86000"/>
            <a:ext cx="5029200" cy="7072312"/>
          </a:xfrm>
          <a:prstGeom prst="rect">
            <a:avLst/>
          </a:prstGeom>
        </p:spPr>
      </p:pic>
      <p:pic>
        <p:nvPicPr>
          <p:cNvPr id="8" name="Picture 7" descr="school-atten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86000"/>
            <a:ext cx="5029200" cy="321868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897880"/>
            <a:ext cx="10908792" cy="594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897880"/>
            <a:ext cx="73152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0076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Lao MN"/>
              </a:rPr>
              <a:t>ການເຮັດວຽກ: ຜູ້ປົກຄອງເລືອກລູກ → ວັນທີຂາດ → ເຫດຜົນ → ສົ່ງ. ໂຮງຮຽນເຫັນທັນທີ ກົດອະນຸມັດ ຫຼື ປະຕິເສດ.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0E4D92"/>
                </a:solidFill>
                <a:latin typeface="Lao MN"/>
              </a:rPr>
              <a:t>11 · ໂຮງຮຽນ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0E4D92"/>
                </a:solidFill>
                <a:latin typeface="Lao MN"/>
              </a:rPr>
              <a:t>ໜ້າຄວບຄຸມໂຮງຮຽນ + ຈັດການວິຊາ/ປະເພດ/ຄູ</a:t>
            </a:r>
          </a:p>
        </p:txBody>
      </p:sp>
      <p:pic>
        <p:nvPicPr>
          <p:cNvPr id="5" name="Picture 4" descr="schoo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6400800" cy="4096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210312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4155"/>
                </a:solidFill>
                <a:latin typeface="Lao MN"/>
              </a:rPr>
              <a:t>ແຕ່ລະໂຮງຮຽນເຫັນຂໍ້ມູນສະເພາະຂອງຕົນ ແລະ ຈັດການລະບົບການສຶກສາໄດ້ດ້ວຍຕົນເອງ.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20040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32004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ສະຖານະການລົງທະບຽນ ການເຂົ້າຮຽນ ສົດໆ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74904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374904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CRUD ວິຊາຮຽນ ເພີ່ມ/ແກ້ໄຂ/ລຶບ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29768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42976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CRUD ປະເພດການປະເມີນ ມີນ້ຳໜັກ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84632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48463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CRUD ຄູອາຈານ ພ້ອມວິຊາທີ່ສອນ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394960"/>
            <a:ext cx="27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9ABE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5394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Lao MN"/>
              </a:rPr>
              <a:t>ແບບຟອມໃສ່ຄະແນນ ຮັບລາຍຊື່ຈາກ CRUD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822960"/>
            <a:ext cx="28529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0E4D92"/>
                </a:solidFill>
                <a:latin typeface="Lao MN"/>
              </a:rPr>
              <a:t>12 · ຂັ້ນຕອນຕໍ່ໄປ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>
                <a:solidFill>
                  <a:srgbClr val="FFFFFF"/>
                </a:solidFill>
                <a:latin typeface="Lao MN"/>
              </a:rPr>
              <a:t>ມາທົດລອງນຳກັນ.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E0ECFA"/>
                </a:solidFill>
                <a:latin typeface="Lao MN"/>
              </a:rPr>
              <a:t>ເລືອກ 2 ລົດ ແລະ 1 ໂຮງຮຽນ ສຳລັບການທົດລອງ 30 ວັນ. ພວກເຮົາຕິດຕັ້ງ PDA, ອອກບັດ NFC+QR ໃຫ້ນັກຮຽນ,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E0ECFA"/>
                </a:solidFill>
                <a:latin typeface="Lao MN"/>
              </a:rPr>
              <a:t>ຝຶກອົບຮົມຄົນຂັບ ແລະ ແນະນຳຜູ້ປົກຄອງ. ທ່ານນຳເອົາລົດ ແລະ ຄວາມສຳພັນກັບໂຮງຮຽນ.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1772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>
                <a:solidFill>
                  <a:srgbClr val="29ABE2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0ECFA"/>
                </a:solidFill>
                <a:latin typeface="Lao MN"/>
              </a:rPr>
              <a:t>ວັນ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61772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>
                <a:solidFill>
                  <a:srgbClr val="29ABE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54864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0ECFA"/>
                </a:solidFill>
                <a:latin typeface="Lao MN"/>
              </a:rPr>
              <a:t>ລົດ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61772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>
                <a:solidFill>
                  <a:srgbClr val="29ABE2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54864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0ECFA"/>
                </a:solidFill>
                <a:latin typeface="Lao MN"/>
              </a:rPr>
              <a:t>ໂຮງຮຽນ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61772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>
                <a:solidFill>
                  <a:srgbClr val="29ABE2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54864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0ECFA"/>
                </a:solidFill>
                <a:latin typeface="Lao MN"/>
              </a:rPr>
              <a:t>ອຸປະກອນທີ່ຕ້ອງຊື້ກ່ອນ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7D8EE"/>
                </a:solidFill>
                <a:latin typeface="Calibri"/>
              </a:rPr>
              <a:t>Phetaloun SchoolBus  ·  ops@phetaloun.la  ·  +856 84 555 0100  ·  phoudssp.github.io/schoolbus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